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ij8GsRTBLimoeHwBdDM/4AwlJ2C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Have students introduce themselves, then TAs, and then instructor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a79990f52_0_1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ba79990f5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ba79990f52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ba79990f52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a79990f52_0_2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ba79990f52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ba79990f52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ba79990f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a79990f52_0_3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ba79990f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Text as Data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Last Class</a:t>
            </a:r>
            <a:endParaRPr/>
          </a:p>
        </p:txBody>
      </p:sp>
      <p:pic>
        <p:nvPicPr>
          <p:cNvPr id="40" name="Google Shape;40;g3ba79990f52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9113" y="2286000"/>
            <a:ext cx="8105775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Markov Chains</a:t>
            </a:r>
            <a:endParaRPr i="1">
              <a:solidFill>
                <a:srgbClr val="DCB439"/>
              </a:solidFill>
            </a:endParaRPr>
          </a:p>
        </p:txBody>
      </p:sp>
      <p:sp>
        <p:nvSpPr>
          <p:cNvPr id="46" name="Google Shape;46;p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191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AutoNum type="arabicPeriod"/>
            </a:pPr>
            <a:r>
              <a:rPr lang="en"/>
              <a:t>What is your </a:t>
            </a:r>
            <a:r>
              <a:rPr b="1" lang="en">
                <a:solidFill>
                  <a:srgbClr val="465510"/>
                </a:solidFill>
              </a:rPr>
              <a:t>name</a:t>
            </a:r>
            <a:r>
              <a:rPr lang="en"/>
              <a:t>?</a:t>
            </a:r>
            <a:br>
              <a:rPr lang="en"/>
            </a:br>
            <a:endParaRPr/>
          </a:p>
          <a:p>
            <a:pPr indent="-419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"/>
              <a:t>What is your favorite</a:t>
            </a:r>
            <a:r>
              <a:rPr lang="en">
                <a:solidFill>
                  <a:srgbClr val="465510"/>
                </a:solidFill>
              </a:rPr>
              <a:t> </a:t>
            </a:r>
            <a:r>
              <a:rPr b="1" lang="en">
                <a:solidFill>
                  <a:srgbClr val="465510"/>
                </a:solidFill>
              </a:rPr>
              <a:t>AI tool</a:t>
            </a:r>
            <a:r>
              <a:rPr lang="en"/>
              <a:t>?</a:t>
            </a:r>
            <a:br>
              <a:rPr lang="en"/>
            </a:br>
            <a:endParaRPr/>
          </a:p>
          <a:p>
            <a:pPr indent="-419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"/>
              <a:t>What are you most excited to </a:t>
            </a:r>
            <a:r>
              <a:rPr b="1" lang="en">
                <a:solidFill>
                  <a:srgbClr val="465510"/>
                </a:solidFill>
              </a:rPr>
              <a:t>learn</a:t>
            </a:r>
            <a:r>
              <a:rPr lang="en"/>
              <a:t> in this class?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a79990f52_0_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Markov Babbler</a:t>
            </a:r>
            <a:endParaRPr/>
          </a:p>
        </p:txBody>
      </p:sp>
      <p:sp>
        <p:nvSpPr>
          <p:cNvPr id="52" name="Google Shape;52;g3ba79990f52_0_11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a79990f52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Python</a:t>
            </a:r>
            <a:endParaRPr/>
          </a:p>
        </p:txBody>
      </p:sp>
      <p:sp>
        <p:nvSpPr>
          <p:cNvPr id="58" name="Google Shape;58;g3ba79990f52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a79990f52_0_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Colab</a:t>
            </a:r>
            <a:endParaRPr/>
          </a:p>
        </p:txBody>
      </p:sp>
      <p:sp>
        <p:nvSpPr>
          <p:cNvPr id="64" name="Google Shape;64;g3ba79990f52_0_21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a79990f52_0_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.ipynb Files</a:t>
            </a:r>
            <a:endParaRPr/>
          </a:p>
        </p:txBody>
      </p:sp>
      <p:sp>
        <p:nvSpPr>
          <p:cNvPr id="70" name="Google Shape;70;g3ba79990f52_0_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a79990f52_0_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First Notebook</a:t>
            </a:r>
            <a:endParaRPr/>
          </a:p>
        </p:txBody>
      </p:sp>
      <p:sp>
        <p:nvSpPr>
          <p:cNvPr id="76" name="Google Shape;76;g3ba79990f52_0_31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