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jNowJRmbtirrXgmjhBxZgqEWbJ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customschemas.google.com/relationships/presentationmetadata" Target="metadata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8409de4d6_0_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8409de4d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8409de4d6_0_1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8409de4d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8409de4d6_0_2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b8409de4d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b8409de4d6_0_2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b8409de4d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8409de4d6_0_3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b8409de4d6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8409de4d6_0_9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8409de4d6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8409de4d6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b8409de4d6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Solution</a:t>
            </a:r>
            <a:endParaRPr/>
          </a:p>
        </p:txBody>
      </p:sp>
      <p:sp>
        <p:nvSpPr>
          <p:cNvPr id="41" name="Google Shape;41;g3b8409de4d6_0_6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7" name="Google Shape;47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48" name="Google Shape;48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7" name="Google Shape;57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58" name="Google Shape;58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59" name="Google Shape;59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0" name="Google Shape;60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8409de4d6_0_8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" name="Google Shape;66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7" name="Google Shape;67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78" name="Google Shape;78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" name="Google Shape;80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Google Shape;81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8409de4d6_0_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</a:t>
            </a:r>
            <a:endParaRPr/>
          </a:p>
        </p:txBody>
      </p:sp>
      <p:sp>
        <p:nvSpPr>
          <p:cNvPr id="87" name="Google Shape;87;g3b8409de4d6_0_9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8409de4d6_0_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93" name="Google Shape;93;g3b8409de4d6_0_14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g3b8409de4d6_0_14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8409de4d6_0_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00" name="Google Shape;100;g3b8409de4d6_0_21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8409de4d6_0_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06" name="Google Shape;106;g3b8409de4d6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12" name="Google Shape;112;g3b8409de4d6_0_4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409de4d6_0_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18" name="Google Shape;118;g3b8409de4d6_0_3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24" name="Google Shape;124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8409de4d6_0_9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30" name="Google Shape;130;g3b8409de4d6_0_9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" name="Google Shape;131;g3b8409de4d6_0_9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g3b8409de4d6_0_9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g3b8409de4d6_0_9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sp>
        <p:nvSpPr>
          <p:cNvPr id="139" name="Google Shape;139;g3b8409de4d6_0_4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45" name="Google Shape;145;g3b8409de4d6_0_1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8409de4d6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151" name="Google Shape;151;g3b8409de4d6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57" name="Google Shape;157;g3b8409de4d6_0_10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