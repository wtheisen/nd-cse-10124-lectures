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eQOsE92rTgzdutqY2qax9nfSw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dae2bb03d_0_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dae2bb0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dae2bb03d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g3bdae2bb03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beee67e43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g3bbeee67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ae2bb03d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bdae2bb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d1f6d9d27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bd1f6d9d2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70c3f9d8e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70c3f9d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70c3f9d8e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70c3f9d8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70c3f9d8e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70c3f9d8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70c3f9d8e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70c3f9d8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70c3f9d8e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70c3f9d8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dae2bb03d_0_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Practice 01</a:t>
            </a:r>
            <a:endParaRPr/>
          </a:p>
        </p:txBody>
      </p:sp>
      <p:sp>
        <p:nvSpPr>
          <p:cNvPr id="35" name="Google Shape;35;g3bdae2bb03d_0_43"/>
          <p:cNvSpPr txBox="1"/>
          <p:nvPr>
            <p:ph idx="1" type="body"/>
          </p:nvPr>
        </p:nvSpPr>
        <p:spPr>
          <a:xfrm>
            <a:off x="457200" y="1600200"/>
            <a:ext cx="8229600" cy="3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Given two matrices, write a function to multiply them together: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mat_mult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([[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3, 3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2, 2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1, 1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]],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[[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2, 3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3, 2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&gt; [[15, 15], [10, 10], [5, 5]]</a:t>
            </a:r>
            <a:endParaRPr b="1" sz="2600">
              <a:solidFill>
                <a:srgbClr val="46551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" name="Google Shape;36;g3bdae2bb03d_0_43"/>
          <p:cNvPicPr preferRelativeResize="0"/>
          <p:nvPr/>
        </p:nvPicPr>
        <p:blipFill rotWithShape="1">
          <a:blip r:embed="rId3">
            <a:alphaModFix/>
          </a:blip>
          <a:srcRect b="0" l="0" r="0" t="24505"/>
          <a:stretch/>
        </p:blipFill>
        <p:spPr>
          <a:xfrm>
            <a:off x="3409777" y="4329448"/>
            <a:ext cx="5436250" cy="2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bdae2bb03d_0_43"/>
          <p:cNvSpPr txBox="1"/>
          <p:nvPr/>
        </p:nvSpPr>
        <p:spPr>
          <a:xfrm>
            <a:off x="319700" y="4545475"/>
            <a:ext cx="39057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thought this was really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tricky and it took me a while!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dae2bb03d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465510"/>
                </a:solidFill>
              </a:rPr>
              <a:t>Programming Practice 01 Solution</a:t>
            </a:r>
            <a:endParaRPr>
              <a:solidFill>
                <a:srgbClr val="465510"/>
              </a:solidFill>
            </a:endParaRPr>
          </a:p>
        </p:txBody>
      </p:sp>
      <p:pic>
        <p:nvPicPr>
          <p:cNvPr id="43" name="Google Shape;43;g3bdae2bb03d_0_50" title="Screenshot 2026-02-10 at 11.26.32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2450" y="1417649"/>
            <a:ext cx="5819100" cy="25906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" name="Google Shape;44;g3bdae2bb03d_0_50" title="Screenshot 2026-02-10 at 11.28.42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138" y="4170449"/>
            <a:ext cx="7981716" cy="2544952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beee67e43_0_26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Neural Networks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dae2bb03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Gradient Descent</a:t>
            </a:r>
            <a:endParaRPr/>
          </a:p>
        </p:txBody>
      </p:sp>
      <p:pic>
        <p:nvPicPr>
          <p:cNvPr descr="Please clean this image up" id="55" name="Google Shape;55;g3bdae2bb03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88" y="1600194"/>
            <a:ext cx="7595025" cy="47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d1f6d9d27_0_3"/>
          <p:cNvSpPr/>
          <p:nvPr/>
        </p:nvSpPr>
        <p:spPr>
          <a:xfrm rot="5400000">
            <a:off x="2701900" y="462675"/>
            <a:ext cx="233700" cy="5021400"/>
          </a:xfrm>
          <a:prstGeom prst="bracePair">
            <a:avLst/>
          </a:prstGeom>
          <a:noFill/>
          <a:ln cap="flat" cmpd="sng" w="9525">
            <a:solidFill>
              <a:srgbClr val="9B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bd1f6d9d27_0_3"/>
          <p:cNvSpPr txBox="1"/>
          <p:nvPr>
            <p:ph type="title"/>
          </p:nvPr>
        </p:nvSpPr>
        <p:spPr>
          <a:xfrm>
            <a:off x="457200" y="274646"/>
            <a:ext cx="82296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Writing MNIST “Equations”</a:t>
            </a:r>
            <a:endParaRPr/>
          </a:p>
        </p:txBody>
      </p:sp>
      <p:pic>
        <p:nvPicPr>
          <p:cNvPr id="62" name="Google Shape;62;g3bd1f6d9d2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012" y="1204600"/>
            <a:ext cx="1259324" cy="125415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bd1f6d9d27_0_3"/>
          <p:cNvSpPr/>
          <p:nvPr/>
        </p:nvSpPr>
        <p:spPr>
          <a:xfrm>
            <a:off x="1942325" y="1210950"/>
            <a:ext cx="1208100" cy="44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bd1f6d9d27_0_3"/>
          <p:cNvSpPr/>
          <p:nvPr/>
        </p:nvSpPr>
        <p:spPr>
          <a:xfrm>
            <a:off x="1942313" y="2374125"/>
            <a:ext cx="1208100" cy="447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g3bd1f6d9d27_0_3" title="Screenshot 2026-02-11 at 7.24.0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050" y="2937530"/>
            <a:ext cx="1493949" cy="6637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bd1f6d9d27_0_3"/>
          <p:cNvSpPr/>
          <p:nvPr/>
        </p:nvSpPr>
        <p:spPr>
          <a:xfrm>
            <a:off x="1942325" y="1429250"/>
            <a:ext cx="1208100" cy="44700"/>
          </a:xfrm>
          <a:prstGeom prst="rect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g3bd1f6d9d27_0_3" title="Screenshot 2026-02-11 at 7.25.28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7675" y="2937527"/>
            <a:ext cx="1447171" cy="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3bd1f6d9d27_0_3" title="Screenshot 2026-02-11 at 7.25.3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5525" y="2937527"/>
            <a:ext cx="1446857" cy="66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g3bd1f6d9d27_0_3"/>
          <p:cNvCxnSpPr>
            <a:stCxn id="63" idx="1"/>
            <a:endCxn id="65" idx="0"/>
          </p:cNvCxnSpPr>
          <p:nvPr/>
        </p:nvCxnSpPr>
        <p:spPr>
          <a:xfrm flipH="1">
            <a:off x="1150025" y="1233300"/>
            <a:ext cx="792300" cy="17043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g3bd1f6d9d27_0_3"/>
          <p:cNvCxnSpPr>
            <a:stCxn id="66" idx="1"/>
            <a:endCxn id="67" idx="0"/>
          </p:cNvCxnSpPr>
          <p:nvPr/>
        </p:nvCxnSpPr>
        <p:spPr>
          <a:xfrm>
            <a:off x="1942325" y="1451600"/>
            <a:ext cx="888900" cy="1485900"/>
          </a:xfrm>
          <a:prstGeom prst="curvedConnector4">
            <a:avLst>
              <a:gd fmla="val -26789" name="adj1"/>
              <a:gd fmla="val 85716" name="adj2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g3bd1f6d9d27_0_3"/>
          <p:cNvCxnSpPr>
            <a:stCxn id="64" idx="3"/>
            <a:endCxn id="68" idx="0"/>
          </p:cNvCxnSpPr>
          <p:nvPr/>
        </p:nvCxnSpPr>
        <p:spPr>
          <a:xfrm>
            <a:off x="3150413" y="2396475"/>
            <a:ext cx="1338600" cy="541200"/>
          </a:xfrm>
          <a:prstGeom prst="curvedConnector2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g3bd1f6d9d27_0_3"/>
          <p:cNvSpPr txBox="1"/>
          <p:nvPr/>
        </p:nvSpPr>
        <p:spPr>
          <a:xfrm>
            <a:off x="1861800" y="2906050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…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73" name="Google Shape;73;g3bd1f6d9d27_0_3"/>
          <p:cNvSpPr txBox="1"/>
          <p:nvPr/>
        </p:nvSpPr>
        <p:spPr>
          <a:xfrm>
            <a:off x="3518950" y="2906050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…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74" name="Google Shape;74;g3bd1f6d9d27_0_3"/>
          <p:cNvSpPr txBox="1"/>
          <p:nvPr/>
        </p:nvSpPr>
        <p:spPr>
          <a:xfrm>
            <a:off x="225650" y="2906063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&lt;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75" name="Google Shape;75;g3bd1f6d9d27_0_3"/>
          <p:cNvSpPr txBox="1"/>
          <p:nvPr/>
        </p:nvSpPr>
        <p:spPr>
          <a:xfrm>
            <a:off x="5142825" y="2906063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&gt;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76" name="Google Shape;76;g3bd1f6d9d27_0_3"/>
          <p:cNvSpPr txBox="1"/>
          <p:nvPr/>
        </p:nvSpPr>
        <p:spPr>
          <a:xfrm>
            <a:off x="1956313" y="3419350"/>
            <a:ext cx="1749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&lt;784&gt;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g3bd1f6d9d27_0_3"/>
          <p:cNvSpPr txBox="1"/>
          <p:nvPr/>
        </p:nvSpPr>
        <p:spPr>
          <a:xfrm>
            <a:off x="1577268" y="4261625"/>
            <a:ext cx="2508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ŷ = X⍵</a:t>
            </a:r>
            <a:r>
              <a:rPr baseline="30000"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b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8" name="Google Shape;78;g3bd1f6d9d27_0_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77263" y="5127660"/>
            <a:ext cx="2508000" cy="7197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bd1f6d9d27_0_3"/>
          <p:cNvSpPr/>
          <p:nvPr/>
        </p:nvSpPr>
        <p:spPr>
          <a:xfrm>
            <a:off x="2039450" y="3412600"/>
            <a:ext cx="252000" cy="385800"/>
          </a:xfrm>
          <a:prstGeom prst="rect">
            <a:avLst/>
          </a:prstGeom>
          <a:noFill/>
          <a:ln cap="flat" cmpd="sng" w="28575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bd1f6d9d27_0_3"/>
          <p:cNvSpPr/>
          <p:nvPr/>
        </p:nvSpPr>
        <p:spPr>
          <a:xfrm>
            <a:off x="2550250" y="4249025"/>
            <a:ext cx="252000" cy="385800"/>
          </a:xfrm>
          <a:prstGeom prst="rect">
            <a:avLst/>
          </a:prstGeom>
          <a:noFill/>
          <a:ln cap="flat" cmpd="sng" w="28575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g3bd1f6d9d27_0_3"/>
          <p:cNvCxnSpPr>
            <a:stCxn id="79" idx="2"/>
            <a:endCxn id="80" idx="0"/>
          </p:cNvCxnSpPr>
          <p:nvPr/>
        </p:nvCxnSpPr>
        <p:spPr>
          <a:xfrm flipH="1" rot="-5400000">
            <a:off x="2195600" y="3768250"/>
            <a:ext cx="450600" cy="5109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ABFF9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g3bd1f6d9d27_0_3"/>
          <p:cNvSpPr/>
          <p:nvPr/>
        </p:nvSpPr>
        <p:spPr>
          <a:xfrm>
            <a:off x="1897000" y="4273500"/>
            <a:ext cx="252000" cy="385800"/>
          </a:xfrm>
          <a:prstGeom prst="rect">
            <a:avLst/>
          </a:prstGeom>
          <a:noFill/>
          <a:ln cap="flat" cmpd="sng" w="28575">
            <a:solidFill>
              <a:srgbClr val="5AAB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bd1f6d9d27_0_3"/>
          <p:cNvSpPr/>
          <p:nvPr/>
        </p:nvSpPr>
        <p:spPr>
          <a:xfrm>
            <a:off x="3765525" y="5294638"/>
            <a:ext cx="252000" cy="385800"/>
          </a:xfrm>
          <a:prstGeom prst="rect">
            <a:avLst/>
          </a:prstGeom>
          <a:noFill/>
          <a:ln cap="flat" cmpd="sng" w="28575">
            <a:solidFill>
              <a:srgbClr val="5AAB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g3bd1f6d9d27_0_3"/>
          <p:cNvCxnSpPr>
            <a:stCxn id="82" idx="2"/>
            <a:endCxn id="83" idx="0"/>
          </p:cNvCxnSpPr>
          <p:nvPr/>
        </p:nvCxnSpPr>
        <p:spPr>
          <a:xfrm flipH="1" rot="-5400000">
            <a:off x="2639500" y="4042800"/>
            <a:ext cx="635400" cy="18684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5AABB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g3bd1f6d9d27_0_3"/>
          <p:cNvSpPr/>
          <p:nvPr/>
        </p:nvSpPr>
        <p:spPr>
          <a:xfrm>
            <a:off x="2720200" y="3446163"/>
            <a:ext cx="885000" cy="360600"/>
          </a:xfrm>
          <a:prstGeom prst="rect">
            <a:avLst/>
          </a:prstGeom>
          <a:noFill/>
          <a:ln cap="flat" cmpd="sng" w="28575">
            <a:solidFill>
              <a:srgbClr val="9B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g3bd1f6d9d27_0_3"/>
          <p:cNvCxnSpPr>
            <a:stCxn id="60" idx="3"/>
            <a:endCxn id="85" idx="0"/>
          </p:cNvCxnSpPr>
          <p:nvPr/>
        </p:nvCxnSpPr>
        <p:spPr>
          <a:xfrm flipH="1" rot="-5400000">
            <a:off x="2812900" y="3096075"/>
            <a:ext cx="355800" cy="344100"/>
          </a:xfrm>
          <a:prstGeom prst="curvedConnector3">
            <a:avLst>
              <a:gd fmla="val 50019" name="adj1"/>
            </a:avLst>
          </a:prstGeom>
          <a:noFill/>
          <a:ln cap="flat" cmpd="sng" w="9525">
            <a:solidFill>
              <a:srgbClr val="9BA4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7" name="Google Shape;87;g3bd1f6d9d27_0_3"/>
          <p:cNvPicPr preferRelativeResize="0"/>
          <p:nvPr/>
        </p:nvPicPr>
        <p:blipFill rotWithShape="1">
          <a:blip r:embed="rId7">
            <a:alphaModFix/>
          </a:blip>
          <a:srcRect b="0" l="0" r="12141" t="0"/>
          <a:stretch/>
        </p:blipFill>
        <p:spPr>
          <a:xfrm>
            <a:off x="5102473" y="3529225"/>
            <a:ext cx="2203574" cy="7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bd1f6d9d27_0_3"/>
          <p:cNvSpPr txBox="1"/>
          <p:nvPr/>
        </p:nvSpPr>
        <p:spPr>
          <a:xfrm>
            <a:off x="7221175" y="3674375"/>
            <a:ext cx="1527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X⍵</a:t>
            </a:r>
            <a:r>
              <a:rPr baseline="30000"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b)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70c3f9d8e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CIFAR-10</a:t>
            </a:r>
            <a:endParaRPr/>
          </a:p>
        </p:txBody>
      </p:sp>
      <p:sp>
        <p:nvSpPr>
          <p:cNvPr id="94" name="Google Shape;94;g3c70c3f9d8e_0_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70c3f9d8e_0_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Non-linearity</a:t>
            </a:r>
            <a:endParaRPr/>
          </a:p>
        </p:txBody>
      </p:sp>
      <p:sp>
        <p:nvSpPr>
          <p:cNvPr id="100" name="Google Shape;100;g3c70c3f9d8e_0_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70c3f9d8e_0_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Activation Functions</a:t>
            </a:r>
            <a:endParaRPr/>
          </a:p>
        </p:txBody>
      </p:sp>
      <p:sp>
        <p:nvSpPr>
          <p:cNvPr id="106" name="Google Shape;106;g3c70c3f9d8e_0_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70c3f9d8e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</a:t>
            </a:r>
            <a:endParaRPr/>
          </a:p>
        </p:txBody>
      </p:sp>
      <p:sp>
        <p:nvSpPr>
          <p:cNvPr id="112" name="Google Shape;112;g3c70c3f9d8e_0_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70c3f9d8e_0_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Networks</a:t>
            </a:r>
            <a:endParaRPr/>
          </a:p>
        </p:txBody>
      </p:sp>
      <p:sp>
        <p:nvSpPr>
          <p:cNvPr id="118" name="Google Shape;118;g3c70c3f9d8e_0_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