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WQmeUKlUyS9jWValWZVWwQjy3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c4d7b43184_0_8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c4d7b4318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bbeee67e43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g3bbeee67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cabf19d016_0_1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g3cabf19d01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0d3a08c46_0_2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c0d3a08c46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4d7b43184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c4d7b431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g3c4d7b43184_0_86" title="noah_fly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7600" y="152400"/>
            <a:ext cx="4368801" cy="655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beee67e43_0_26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Building GPT2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cabf19d016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325" y="207088"/>
            <a:ext cx="6767796" cy="513556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cabf19d016_0_122"/>
          <p:cNvSpPr/>
          <p:nvPr/>
        </p:nvSpPr>
        <p:spPr>
          <a:xfrm>
            <a:off x="447725" y="4650825"/>
            <a:ext cx="2602200" cy="1620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cabf19d016_0_122"/>
          <p:cNvSpPr/>
          <p:nvPr/>
        </p:nvSpPr>
        <p:spPr>
          <a:xfrm>
            <a:off x="1524125" y="4462125"/>
            <a:ext cx="449400" cy="1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cabf19d016_0_122"/>
          <p:cNvSpPr/>
          <p:nvPr/>
        </p:nvSpPr>
        <p:spPr>
          <a:xfrm>
            <a:off x="1255775" y="4769588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Google Shape;48;g3cabf19d016_0_122"/>
          <p:cNvCxnSpPr>
            <a:stCxn id="47" idx="0"/>
          </p:cNvCxnSpPr>
          <p:nvPr/>
        </p:nvCxnSpPr>
        <p:spPr>
          <a:xfrm flipH="1" rot="10800000">
            <a:off x="1750025" y="4259588"/>
            <a:ext cx="2700" cy="5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cabf19d016_0_122"/>
          <p:cNvSpPr/>
          <p:nvPr/>
        </p:nvSpPr>
        <p:spPr>
          <a:xfrm>
            <a:off x="1255775" y="5268200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g3cabf19d016_0_122"/>
          <p:cNvCxnSpPr>
            <a:stCxn id="49" idx="0"/>
            <a:endCxn id="47" idx="2"/>
          </p:cNvCxnSpPr>
          <p:nvPr/>
        </p:nvCxnSpPr>
        <p:spPr>
          <a:xfrm rot="10800000">
            <a:off x="1750025" y="5075000"/>
            <a:ext cx="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g3cabf19d016_0_122"/>
          <p:cNvSpPr txBox="1"/>
          <p:nvPr>
            <p:ph type="title"/>
          </p:nvPr>
        </p:nvSpPr>
        <p:spPr>
          <a:xfrm>
            <a:off x="4048400" y="5766800"/>
            <a:ext cx="4578300" cy="808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/>
              <a:t>Where are we?</a:t>
            </a:r>
            <a:endParaRPr sz="4800"/>
          </a:p>
        </p:txBody>
      </p:sp>
      <p:sp>
        <p:nvSpPr>
          <p:cNvPr id="52" name="Google Shape;52;g3cabf19d016_0_122"/>
          <p:cNvSpPr/>
          <p:nvPr/>
        </p:nvSpPr>
        <p:spPr>
          <a:xfrm>
            <a:off x="559425" y="5766800"/>
            <a:ext cx="2379000" cy="3054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“Please help me with my homework!!”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g3cabf19d016_0_122"/>
          <p:cNvCxnSpPr>
            <a:stCxn id="52" idx="0"/>
            <a:endCxn id="49" idx="2"/>
          </p:cNvCxnSpPr>
          <p:nvPr/>
        </p:nvCxnSpPr>
        <p:spPr>
          <a:xfrm flipH="1" rot="10800000">
            <a:off x="1748925" y="5573600"/>
            <a:ext cx="120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g3cabf19d016_0_122"/>
          <p:cNvSpPr/>
          <p:nvPr/>
        </p:nvSpPr>
        <p:spPr>
          <a:xfrm>
            <a:off x="1475375" y="1022900"/>
            <a:ext cx="546900" cy="34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cabf19d016_0_122"/>
          <p:cNvSpPr/>
          <p:nvPr/>
        </p:nvSpPr>
        <p:spPr>
          <a:xfrm>
            <a:off x="202775" y="207100"/>
            <a:ext cx="3092100" cy="93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cabf19d016_0_122"/>
          <p:cNvSpPr/>
          <p:nvPr/>
        </p:nvSpPr>
        <p:spPr>
          <a:xfrm>
            <a:off x="447725" y="361750"/>
            <a:ext cx="2602200" cy="6252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Response: “Certainly, as a large language model I’d be happy to help you cheat on your homework assignment”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g3cabf19d016_0_122"/>
          <p:cNvCxnSpPr>
            <a:endCxn id="56" idx="2"/>
          </p:cNvCxnSpPr>
          <p:nvPr/>
        </p:nvCxnSpPr>
        <p:spPr>
          <a:xfrm rot="10800000">
            <a:off x="1748825" y="986950"/>
            <a:ext cx="4800" cy="45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g3cabf19d016_0_122"/>
          <p:cNvSpPr/>
          <p:nvPr/>
        </p:nvSpPr>
        <p:spPr>
          <a:xfrm>
            <a:off x="744325" y="1372100"/>
            <a:ext cx="2067900" cy="3092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g3cabf19d016_0_122"/>
          <p:cNvCxnSpPr>
            <a:stCxn id="51" idx="1"/>
            <a:endCxn id="58" idx="2"/>
          </p:cNvCxnSpPr>
          <p:nvPr/>
        </p:nvCxnSpPr>
        <p:spPr>
          <a:xfrm rot="10800000">
            <a:off x="1778300" y="4464500"/>
            <a:ext cx="2270100" cy="17067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0d3a08c46_0_2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Multi-Head Attention</a:t>
            </a:r>
            <a:endParaRPr/>
          </a:p>
        </p:txBody>
      </p:sp>
      <p:pic>
        <p:nvPicPr>
          <p:cNvPr id="65" name="Google Shape;65;g3c0d3a08c46_0_271" title="Screenshot 2026-02-26 at 11.38.56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1250" y="1417638"/>
            <a:ext cx="4881480" cy="5135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4d7b43184_0_0"/>
          <p:cNvSpPr txBox="1"/>
          <p:nvPr>
            <p:ph type="title"/>
          </p:nvPr>
        </p:nvSpPr>
        <p:spPr>
          <a:xfrm>
            <a:off x="170650" y="161375"/>
            <a:ext cx="33387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400"/>
              <a:t>Recurrent Neural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400"/>
              <a:t>Networks - Inference</a:t>
            </a:r>
            <a:endParaRPr sz="2400"/>
          </a:p>
        </p:txBody>
      </p:sp>
      <p:pic>
        <p:nvPicPr>
          <p:cNvPr id="71" name="Google Shape;71;g3c4d7b43184_0_0" title="Screenshot 2026-03-03 at 9.25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425" y="70100"/>
            <a:ext cx="2672150" cy="7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